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5672" autoAdjust="0"/>
    <p:restoredTop sz="94660"/>
  </p:normalViewPr>
  <p:slideViewPr>
    <p:cSldViewPr snapToGrid="0">
      <p:cViewPr varScale="1">
        <p:scale>
          <a:sx n="24" d="100"/>
          <a:sy n="24" d="100"/>
        </p:scale>
        <p:origin x="67" y="12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1F949-516F-E5C8-D595-9B28EEA4D5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803CB5-8EE7-5B4E-C05B-ED2D3DC614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110313-92DA-4501-63D0-170C8861F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E6918-1BD5-4D2B-81C5-D38004CBDCEE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67C848-2FAD-4DD6-A3EE-5525B1015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CD142A-325C-7723-3129-4629D0B60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D812F-29E9-4A77-9577-F130D47966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5034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CAE1D-991E-6668-7EFA-49232E218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DE91F-B2AD-CFBE-3CF7-085366601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0FFF82-7A93-36B1-6380-7F4E4C133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E6918-1BD5-4D2B-81C5-D38004CBDCEE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D0767-E58F-5025-ED84-C2BA5C093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54DD9B-3B9C-613B-4C01-CF018EE38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D812F-29E9-4A77-9577-F130D47966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4932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0DFA0-B2DE-A10D-6451-8EBB3A77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A59AAB-48D6-F1E0-FA6B-A8F09D2A54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D6E287-4481-3E48-3E08-49C935E2E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E6918-1BD5-4D2B-81C5-D38004CBDCEE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66CE8-B1A9-D78E-7FFE-77AF31552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6CA97-1F8E-59E8-43B9-F878E3072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D812F-29E9-4A77-9577-F130D47966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5906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30A8B-2591-9496-2F89-A7AC7F3DA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30209-4177-C755-BCCA-FE170A9443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2C9487-0298-EE37-F29B-3CCD209C9B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E95201-1F65-3A38-795D-734BF259A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E6918-1BD5-4D2B-81C5-D38004CBDCEE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E974E6-71BC-F442-10AB-37FD8E4E0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8B41C0-3DE7-5846-20B4-6C27D8E64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D812F-29E9-4A77-9577-F130D47966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1715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A4466-0DBF-2A63-DC6D-BA4F71524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BBB02D-DF79-3AD4-3771-C9481FC397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4AEFEC-E357-13D8-05A3-A336B48682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3C01D3-EEDE-9369-A1DF-D10F2F188F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571B0E-2572-871F-0A55-DE0D86E39B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91E34F-E4A0-1D53-D715-F2370F66F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E6918-1BD5-4D2B-81C5-D38004CBDCEE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346009-14C5-7E87-D1E5-63A5D2D29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FFA6FB-C093-0B69-15CA-F749A020C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D812F-29E9-4A77-9577-F130D47966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3859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7B776-B760-4DA2-C2B5-E30CD3EA6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DF5FE-7F5E-6643-12E9-2A26E445D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E6918-1BD5-4D2B-81C5-D38004CBDCEE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2D42F0-0F99-F5F1-7A2D-E9AAFF4D4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B74FF4-E4C5-C7A0-C645-4DBB2498A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D812F-29E9-4A77-9577-F130D47966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1423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DB03F9-2A34-E617-4E71-90BBD9B91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E6918-1BD5-4D2B-81C5-D38004CBDCEE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EF5939-5603-A357-D7FE-359E091D7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DF66D7-2F78-A351-0FBB-1E0E17DED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D812F-29E9-4A77-9577-F130D47966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2312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486CE-30A7-2D0A-620C-1441F90CD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AB4CE-B6EE-1FA0-5227-836C3BCDDC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9C1BCF-919A-4C8F-0C2E-8348C1DB0F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A37E8F-0330-CAAC-37F1-A112CB4CD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E6918-1BD5-4D2B-81C5-D38004CBDCEE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65BDD9-EE3F-90E6-7110-C834F2661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815462-5422-196D-C42F-A67C275FF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D812F-29E9-4A77-9577-F130D47966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025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B5AD-DB24-E721-E5EF-9FA813332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123A9D-2602-CE64-91D4-D644F2334B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3D8793-2969-02FD-5A32-A456AB2871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B1FE4-1DE3-6002-0B43-7F9A3ECDF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E6918-1BD5-4D2B-81C5-D38004CBDCEE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8119C3-0C21-82CC-596E-D6FFAB023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3B3C0F-31E1-C30D-B776-F4F657E31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D812F-29E9-4A77-9577-F130D47966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2574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57C95-1945-8E41-46F4-2661996BA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2FB2D9-25EE-B9EB-1823-CE8217A44F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E1B2A-971A-A0AF-F42A-BA17CC7B6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E6918-1BD5-4D2B-81C5-D38004CBDCEE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CD93E-AFA5-6450-5220-53189E8C2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54D44-2333-3429-671B-356B22BEF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D812F-29E9-4A77-9577-F130D47966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407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E7891F-C2C1-4146-DA20-AA9EEF9D01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32A992-F5AF-9905-B8E1-728E834212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5C161-9678-DF2E-AF53-88A85AD58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E6918-1BD5-4D2B-81C5-D38004CBDCEE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0EA758-9EA1-F598-1D34-EEBFCBDAB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D34C19-4F7A-EA33-FF9C-A14E5285A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D812F-29E9-4A77-9577-F130D47966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5132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BC97D4-CCA8-EFDE-36EE-D8E7A275B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70995B-0400-9E22-4F0E-E7682D9A4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83B27-6887-5AE9-5F99-2F2D8A8AC9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2E6918-1BD5-4D2B-81C5-D38004CBDCEE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AACC95-32BA-D044-6C3F-D3F0FDC3EC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C00DFE-A919-605E-E7FC-92EE897435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CD812F-29E9-4A77-9577-F130D47966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9147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C7EB5B-6249-B382-78A3-02B29C8D1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100" b="1" dirty="0" err="1">
                <a:solidFill>
                  <a:srgbClr val="FFFFFF"/>
                </a:solidFill>
              </a:rPr>
              <a:t>Networki</a:t>
            </a:r>
            <a:r>
              <a:rPr lang="en-IN" sz="4000" b="1" dirty="0" err="1"/>
              <a:t>Networking</a:t>
            </a:r>
            <a:r>
              <a:rPr lang="en-IN" sz="4000" b="1" dirty="0"/>
              <a:t> </a:t>
            </a:r>
            <a:r>
              <a:rPr lang="en-IN" sz="4000" b="1" dirty="0" err="1"/>
              <a:t>Fundamentals</a:t>
            </a:r>
            <a:r>
              <a:rPr lang="en-IN" sz="4100" b="1" dirty="0" err="1">
                <a:solidFill>
                  <a:srgbClr val="FFFFFF"/>
                </a:solidFill>
              </a:rPr>
              <a:t>ng</a:t>
            </a:r>
            <a:r>
              <a:rPr lang="en-IN" sz="4100" b="1" dirty="0">
                <a:solidFill>
                  <a:srgbClr val="FFFFFF"/>
                </a:solidFill>
              </a:rPr>
              <a:t> </a:t>
            </a:r>
            <a:r>
              <a:rPr lang="en-IN" sz="4100" dirty="0">
                <a:solidFill>
                  <a:srgbClr val="FFFFFF"/>
                </a:solidFill>
              </a:rPr>
              <a:t>Fundamentals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86E0AE93-49E9-F92D-7446-6F4351B4E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Topics Covered</a:t>
            </a:r>
          </a:p>
          <a:p>
            <a:r>
              <a:rPr lang="en-IN" dirty="0"/>
              <a:t>• IP Addressing</a:t>
            </a:r>
            <a:br>
              <a:rPr lang="en-IN" dirty="0"/>
            </a:br>
            <a:r>
              <a:rPr lang="en-IN" dirty="0"/>
              <a:t>• DHCP</a:t>
            </a:r>
            <a:br>
              <a:rPr lang="en-IN" dirty="0"/>
            </a:br>
            <a:r>
              <a:rPr lang="en-IN" dirty="0"/>
              <a:t>• Subnetting</a:t>
            </a:r>
            <a:br>
              <a:rPr lang="en-IN" dirty="0"/>
            </a:br>
            <a:r>
              <a:rPr lang="en-IN" dirty="0"/>
              <a:t>• DNS</a:t>
            </a:r>
            <a:br>
              <a:rPr lang="en-IN" dirty="0"/>
            </a:br>
            <a:r>
              <a:rPr lang="en-IN" dirty="0"/>
              <a:t>• Ports &amp; Protocols</a:t>
            </a:r>
            <a:br>
              <a:rPr lang="en-IN" dirty="0"/>
            </a:br>
            <a:r>
              <a:rPr lang="en-IN" dirty="0"/>
              <a:t>• TCP &amp; UDP</a:t>
            </a:r>
            <a:br>
              <a:rPr lang="en-IN" dirty="0"/>
            </a:br>
            <a:r>
              <a:rPr lang="en-IN" dirty="0"/>
              <a:t>• OSI Model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3741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EAA35C-16BE-970F-5099-A2FC52042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b="1" dirty="0"/>
              <a:t>Network Security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3705D91E-F004-80F5-1874-EB233FD80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116" y="1591878"/>
            <a:ext cx="10515600" cy="4900997"/>
          </a:xfrm>
        </p:spPr>
        <p:txBody>
          <a:bodyPr>
            <a:normAutofit/>
          </a:bodyPr>
          <a:lstStyle/>
          <a:p>
            <a:r>
              <a:rPr lang="en-IN" b="1" dirty="0"/>
              <a:t>Topics Covered</a:t>
            </a:r>
            <a:endParaRPr lang="en-IN" dirty="0"/>
          </a:p>
          <a:p>
            <a:pPr lvl="0"/>
            <a:r>
              <a:rPr lang="en-IN" sz="3200" dirty="0"/>
              <a:t>  IP Addressing</a:t>
            </a:r>
            <a:br>
              <a:rPr lang="en-IN" sz="3200" dirty="0"/>
            </a:br>
            <a:r>
              <a:rPr lang="en-IN" sz="3200" dirty="0"/>
              <a:t>• DHCP</a:t>
            </a:r>
            <a:br>
              <a:rPr lang="en-IN" sz="3200" dirty="0"/>
            </a:br>
            <a:r>
              <a:rPr lang="en-IN" sz="3200" dirty="0"/>
              <a:t>• Subnetting</a:t>
            </a:r>
            <a:br>
              <a:rPr lang="en-IN" sz="3200" dirty="0"/>
            </a:br>
            <a:r>
              <a:rPr lang="en-IN" sz="3200" dirty="0"/>
              <a:t>• DNS</a:t>
            </a:r>
            <a:br>
              <a:rPr lang="en-IN" sz="3200" dirty="0"/>
            </a:br>
            <a:r>
              <a:rPr lang="en-IN" sz="3200" dirty="0"/>
              <a:t>• Ports &amp; Protocols</a:t>
            </a:r>
            <a:br>
              <a:rPr lang="en-IN" sz="3200" dirty="0"/>
            </a:br>
            <a:r>
              <a:rPr lang="en-IN" sz="3200" dirty="0"/>
              <a:t>• TCP &amp; UDP</a:t>
            </a:r>
            <a:br>
              <a:rPr lang="en-IN" sz="3200" dirty="0"/>
            </a:br>
            <a:r>
              <a:rPr lang="en-IN" sz="3200" dirty="0"/>
              <a:t>• OSI Model</a:t>
            </a:r>
          </a:p>
        </p:txBody>
      </p:sp>
    </p:spTree>
    <p:extLst>
      <p:ext uri="{BB962C8B-B14F-4D97-AF65-F5344CB8AC3E}">
        <p14:creationId xmlns:p14="http://schemas.microsoft.com/office/powerpoint/2010/main" val="3837117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57F314-2A07-5CD8-3F8A-6BDF222B3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dirty="0"/>
              <a:t>Network &amp; Security Concepts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73799B0-727C-EB9D-B3F1-53A6C8866E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0857697"/>
              </p:ext>
            </p:extLst>
          </p:nvPr>
        </p:nvGraphicFramePr>
        <p:xfrm>
          <a:off x="677779" y="2055811"/>
          <a:ext cx="10515600" cy="43677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00336255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703011332"/>
                    </a:ext>
                  </a:extLst>
                </a:gridCol>
              </a:tblGrid>
              <a:tr h="1040315">
                <a:tc>
                  <a:txBody>
                    <a:bodyPr/>
                    <a:lstStyle/>
                    <a:p>
                      <a:r>
                        <a:rPr lang="en-IN" sz="2400" dirty="0"/>
                        <a:t>Concepts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Basic </a:t>
                      </a:r>
                      <a:r>
                        <a:rPr lang="en-IN" sz="2400" dirty="0" err="1"/>
                        <a:t>Undestanding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6625736"/>
                  </a:ext>
                </a:extLst>
              </a:tr>
              <a:tr h="669229">
                <a:tc>
                  <a:txBody>
                    <a:bodyPr/>
                    <a:lstStyle/>
                    <a:p>
                      <a:r>
                        <a:rPr lang="en-IN" sz="2400" b="1" dirty="0"/>
                        <a:t>1 Firewall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Controls network traffic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8034479"/>
                  </a:ext>
                </a:extLst>
              </a:tr>
              <a:tr h="669229">
                <a:tc>
                  <a:txBody>
                    <a:bodyPr/>
                    <a:lstStyle/>
                    <a:p>
                      <a:r>
                        <a:rPr lang="en-IN" sz="2400" b="1" dirty="0"/>
                        <a:t>2 NAT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Translates private/public IP addresses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9404790"/>
                  </a:ext>
                </a:extLst>
              </a:tr>
              <a:tr h="669229">
                <a:tc>
                  <a:txBody>
                    <a:bodyPr/>
                    <a:lstStyle/>
                    <a:p>
                      <a:r>
                        <a:rPr lang="en-IN" sz="2400" b="1" dirty="0"/>
                        <a:t>3 VPN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Provides secure remote connectivity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6960676"/>
                  </a:ext>
                </a:extLst>
              </a:tr>
              <a:tr h="669229">
                <a:tc>
                  <a:txBody>
                    <a:bodyPr/>
                    <a:lstStyle/>
                    <a:p>
                      <a:r>
                        <a:rPr lang="en-IN" sz="2400" b="1" dirty="0"/>
                        <a:t>4 Action Directory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Centralized identity &amp; device management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6336934"/>
                  </a:ext>
                </a:extLst>
              </a:tr>
              <a:tr h="496744">
                <a:tc>
                  <a:txBody>
                    <a:bodyPr/>
                    <a:lstStyle/>
                    <a:p>
                      <a:r>
                        <a:rPr lang="en-IN" sz="2000" b="1" dirty="0"/>
                        <a:t>5 </a:t>
                      </a:r>
                      <a:r>
                        <a:rPr lang="en-IN" sz="2400" b="1" dirty="0"/>
                        <a:t>LDAP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Directory access and authentication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6036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4047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52FCEB1-C7C6-B8FD-FC36-27BA01F95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4200" b="1"/>
              <a:t>Hands-on Cisco Networking Lab</a:t>
            </a:r>
            <a:br>
              <a:rPr lang="en-IN" sz="4200"/>
            </a:br>
            <a:endParaRPr lang="en-IN" sz="420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2BC94A8-F284-A135-0D14-EAD692AA32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IN" b="1" dirty="0"/>
              <a:t>Practical Activities</a:t>
            </a:r>
          </a:p>
          <a:p>
            <a:pPr marL="0" indent="0">
              <a:buNone/>
            </a:pPr>
            <a:r>
              <a:rPr lang="en-IN" sz="2200" dirty="0"/>
              <a:t>• </a:t>
            </a:r>
            <a:r>
              <a:rPr lang="en-IN" sz="3600" dirty="0"/>
              <a:t>Created basic network topologies</a:t>
            </a:r>
            <a:br>
              <a:rPr lang="en-IN" sz="3600" dirty="0"/>
            </a:br>
            <a:r>
              <a:rPr lang="en-IN" sz="3600" dirty="0"/>
              <a:t>• Worked with routers and switches</a:t>
            </a:r>
            <a:br>
              <a:rPr lang="en-IN" sz="3600" dirty="0"/>
            </a:br>
            <a:r>
              <a:rPr lang="en-IN" sz="3600" dirty="0"/>
              <a:t>• Configured IP addresses</a:t>
            </a:r>
            <a:br>
              <a:rPr lang="en-IN" sz="3600" dirty="0"/>
            </a:br>
            <a:r>
              <a:rPr lang="en-IN" sz="3600" dirty="0"/>
              <a:t>• Tested device connectivity</a:t>
            </a:r>
            <a:br>
              <a:rPr lang="en-IN" sz="3600" dirty="0"/>
            </a:br>
            <a:r>
              <a:rPr lang="en-IN" sz="3600" dirty="0"/>
              <a:t>• Practiced basic network troubleshooting</a:t>
            </a:r>
            <a:br>
              <a:rPr lang="en-IN" sz="3600" dirty="0"/>
            </a:br>
            <a:r>
              <a:rPr lang="en-IN" sz="3600" dirty="0"/>
              <a:t>• Observed communication between network devices</a:t>
            </a:r>
          </a:p>
          <a:p>
            <a:pPr marL="0" indent="0">
              <a:buNone/>
            </a:pP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656163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2F9FE-29FC-FC14-4FF2-BDD82FD6D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b="1" dirty="0"/>
              <a:t>Certification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C3E1C32-C004-CE8A-4281-15392706CF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412" y="1844841"/>
            <a:ext cx="8662736" cy="4648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592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8309F-CFB5-0DB2-55EA-C758C1275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/>
              <a:t>InstaSafe</a:t>
            </a:r>
            <a:r>
              <a:rPr lang="en-IN" b="1" dirty="0"/>
              <a:t>: VM &amp; Product Exposure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BA99D-0804-FE56-C008-42C5DC2B06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94964"/>
          </a:xfrm>
        </p:spPr>
        <p:txBody>
          <a:bodyPr/>
          <a:lstStyle/>
          <a:p>
            <a:r>
              <a:rPr lang="en-IN" b="1" dirty="0"/>
              <a:t>Virtual Machine Setup</a:t>
            </a:r>
          </a:p>
          <a:p>
            <a:pPr marL="0" indent="0">
              <a:buNone/>
            </a:pPr>
            <a:r>
              <a:rPr lang="en-IN" dirty="0"/>
              <a:t> • Set up and configured the required VM environment</a:t>
            </a:r>
            <a:br>
              <a:rPr lang="en-IN" dirty="0"/>
            </a:br>
            <a:r>
              <a:rPr lang="en-IN" dirty="0"/>
              <a:t> • Performed basic system/network configuration</a:t>
            </a:r>
            <a:br>
              <a:rPr lang="en-IN" dirty="0"/>
            </a:br>
            <a:r>
              <a:rPr lang="en-IN" dirty="0"/>
              <a:t> • Tested connectivity</a:t>
            </a:r>
            <a:br>
              <a:rPr lang="en-IN" dirty="0"/>
            </a:br>
            <a:r>
              <a:rPr lang="en-IN" dirty="0"/>
              <a:t> • Familiarized myself with the working environment</a:t>
            </a:r>
          </a:p>
          <a:p>
            <a:r>
              <a:rPr lang="en-IN" b="1" dirty="0"/>
              <a:t>Product Exploration</a:t>
            </a:r>
          </a:p>
          <a:p>
            <a:pPr marL="0" indent="0">
              <a:buNone/>
            </a:pPr>
            <a:r>
              <a:rPr lang="en-IN" dirty="0"/>
              <a:t> • Went through product documentation</a:t>
            </a:r>
            <a:br>
              <a:rPr lang="en-IN" dirty="0"/>
            </a:br>
            <a:r>
              <a:rPr lang="en-IN" dirty="0"/>
              <a:t> • Understood product components and features</a:t>
            </a:r>
            <a:br>
              <a:rPr lang="en-IN" dirty="0"/>
            </a:br>
            <a:r>
              <a:rPr lang="en-IN" dirty="0"/>
              <a:t> • Followed technical documentation</a:t>
            </a:r>
            <a:br>
              <a:rPr lang="en-IN" dirty="0"/>
            </a:br>
            <a:r>
              <a:rPr lang="en-IN" dirty="0"/>
              <a:t> • Explored the product to understand its functionality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00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218</Words>
  <Application>Microsoft Office PowerPoint</Application>
  <PresentationFormat>Widescreen</PresentationFormat>
  <Paragraphs>28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NetworkiNetworking Fundamentalsng Fundamentals</vt:lpstr>
      <vt:lpstr>Network Security</vt:lpstr>
      <vt:lpstr>Network &amp; Security Concepts</vt:lpstr>
      <vt:lpstr>Hands-on Cisco Networking Lab </vt:lpstr>
      <vt:lpstr>Certification</vt:lpstr>
      <vt:lpstr>InstaSafe: VM &amp; Product Exposure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ANKITA MASAL</dc:creator>
  <cp:lastModifiedBy>ANKITA MASAL</cp:lastModifiedBy>
  <cp:revision>1</cp:revision>
  <dcterms:created xsi:type="dcterms:W3CDTF">2026-09-10T15:31:23Z</dcterms:created>
  <dcterms:modified xsi:type="dcterms:W3CDTF">2026-09-10T15:57:34Z</dcterms:modified>
</cp:coreProperties>
</file>